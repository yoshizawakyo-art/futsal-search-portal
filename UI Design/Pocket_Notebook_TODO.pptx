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3716000" cy="10287000"/>
  <p:notesSz cx="10287000" cy="1371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725150" cy="10364986"/>
          </a:xfrm>
          <a:prstGeom prst="rect">
            <a:avLst/>
          </a:prstGeom>
          <a:ln/>
          <a:effectLst>
            <a:outerShdw sx="100000" sy="100000" kx="0" ky="0" algn="bl" rotWithShape="0" blurRad="381000" dist="1143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2371725" y="0"/>
            <a:ext cx="9525" cy="10364986"/>
          </a:xfrm>
          <a:prstGeom prst="rect">
            <a:avLst/>
          </a:prstGeom>
          <a:solidFill>
            <a:srgbClr val="000000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304800"/>
            <a:ext cx="19907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spc="24" kern="0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Pocket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9100" y="590550"/>
            <a:ext cx="18002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D74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228600" y="990600"/>
            <a:ext cx="199072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5A58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TODO —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1390650"/>
            <a:ext cx="1914525" cy="438150"/>
          </a:xfrm>
          <a:prstGeom prst="roundRect">
            <a:avLst>
              <a:gd name="adj" fmla="val 17391"/>
            </a:avLst>
          </a:prstGeom>
          <a:solidFill>
            <a:srgbClr val="000000">
              <a:alpha val="6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85750" y="1495425"/>
            <a:ext cx="2857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8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☀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8650" y="1466850"/>
            <a:ext cx="3810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今日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83990" y="1533525"/>
            <a:ext cx="44008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87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85750" y="1943100"/>
            <a:ext cx="28575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8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8650" y="1952625"/>
            <a:ext cx="47014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Inbox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03189" y="1966912"/>
            <a:ext cx="42088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87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Inbox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85750" y="2333625"/>
            <a:ext cx="2857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8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≡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8650" y="2333625"/>
            <a:ext cx="68282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全タスク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82080" y="2371725"/>
            <a:ext cx="24199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87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85750" y="2757488"/>
            <a:ext cx="2857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8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8650" y="2752725"/>
            <a:ext cx="6858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完了済み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732806" y="2790825"/>
            <a:ext cx="39126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87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28600" y="3305175"/>
            <a:ext cx="199072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5A58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3850" y="3595688"/>
            <a:ext cx="114300" cy="114300"/>
          </a:xfrm>
          <a:prstGeom prst="ellipse">
            <a:avLst/>
          </a:prstGeom>
          <a:solidFill>
            <a:srgbClr val="2F6FB5"/>
          </a:solidFill>
          <a:ln w="9525">
            <a:solidFill>
              <a:srgbClr val="000000">
                <a:alpha val="2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3400" y="3552825"/>
            <a:ext cx="36195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仕事</a:t>
            </a:r>
            <a:endParaRPr lang="en-US" sz="1125" dirty="0"/>
          </a:p>
        </p:txBody>
      </p:sp>
      <p:sp>
        <p:nvSpPr>
          <p:cNvPr id="23" name="Shape 21"/>
          <p:cNvSpPr/>
          <p:nvPr/>
        </p:nvSpPr>
        <p:spPr>
          <a:xfrm>
            <a:off x="323850" y="3929063"/>
            <a:ext cx="114300" cy="114300"/>
          </a:xfrm>
          <a:prstGeom prst="ellipse">
            <a:avLst/>
          </a:prstGeom>
          <a:solidFill>
            <a:srgbClr val="4A8A3F"/>
          </a:solidFill>
          <a:ln w="9525">
            <a:solidFill>
              <a:srgbClr val="000000">
                <a:alpha val="2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3400" y="3886200"/>
            <a:ext cx="50482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暮らし</a:t>
            </a:r>
            <a:endParaRPr lang="en-US" sz="1125" dirty="0"/>
          </a:p>
        </p:txBody>
      </p:sp>
      <p:sp>
        <p:nvSpPr>
          <p:cNvPr id="25" name="Shape 23"/>
          <p:cNvSpPr/>
          <p:nvPr/>
        </p:nvSpPr>
        <p:spPr>
          <a:xfrm>
            <a:off x="323850" y="4262438"/>
            <a:ext cx="114300" cy="114300"/>
          </a:xfrm>
          <a:prstGeom prst="ellipse">
            <a:avLst/>
          </a:prstGeom>
          <a:solidFill>
            <a:srgbClr val="8A6FB5"/>
          </a:solidFill>
          <a:ln w="9525">
            <a:solidFill>
              <a:srgbClr val="000000">
                <a:alpha val="2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3400" y="4219575"/>
            <a:ext cx="36195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学び</a:t>
            </a:r>
            <a:endParaRPr lang="en-US" sz="1125" dirty="0"/>
          </a:p>
        </p:txBody>
      </p:sp>
      <p:sp>
        <p:nvSpPr>
          <p:cNvPr id="27" name="Shape 25"/>
          <p:cNvSpPr/>
          <p:nvPr/>
        </p:nvSpPr>
        <p:spPr>
          <a:xfrm>
            <a:off x="323850" y="4595813"/>
            <a:ext cx="114300" cy="114300"/>
          </a:xfrm>
          <a:prstGeom prst="ellipse">
            <a:avLst/>
          </a:prstGeom>
          <a:solidFill>
            <a:srgbClr val="E58A3A"/>
          </a:solidFill>
          <a:ln w="9525">
            <a:solidFill>
              <a:srgbClr val="000000">
                <a:alpha val="2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3400" y="4552950"/>
            <a:ext cx="78209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アイデア帳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323850" y="4886325"/>
            <a:ext cx="18002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87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新しいリスト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28600" y="8831461"/>
            <a:ext cx="1914525" cy="1304925"/>
          </a:xfrm>
          <a:prstGeom prst="roundRect">
            <a:avLst>
              <a:gd name="adj" fmla="val 7299"/>
            </a:avLst>
          </a:prstGeom>
          <a:ln w="9525">
            <a:solidFill>
              <a:srgbClr val="5A5851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371475" y="8974336"/>
            <a:ext cx="170497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A58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week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71475" y="9183886"/>
            <a:ext cx="42803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74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2700" dirty="0"/>
          </a:p>
        </p:txBody>
      </p:sp>
      <p:sp>
        <p:nvSpPr>
          <p:cNvPr id="33" name="Text 31"/>
          <p:cNvSpPr/>
          <p:nvPr/>
        </p:nvSpPr>
        <p:spPr>
          <a:xfrm>
            <a:off x="780455" y="9345811"/>
            <a:ext cx="61153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A58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 27 完了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71475" y="9650611"/>
            <a:ext cx="1628775" cy="133350"/>
          </a:xfrm>
          <a:prstGeom prst="roundRect">
            <a:avLst>
              <a:gd name="adj" fmla="val 50000"/>
            </a:avLst>
          </a:prstGeom>
          <a:solidFill>
            <a:srgbClr val="000000">
              <a:alpha val="5000"/>
            </a:srgbClr>
          </a:solidFill>
          <a:ln w="9525">
            <a:solidFill>
              <a:srgbClr val="5A585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1000" y="9660136"/>
            <a:ext cx="1078409" cy="114300"/>
          </a:xfrm>
          <a:prstGeom prst="rect">
            <a:avLst/>
          </a:prstGeom>
          <a:solidFill>
            <a:srgbClr val="2F6FB5"/>
          </a:solidFill>
          <a:ln/>
        </p:spPr>
      </p:sp>
      <p:sp>
        <p:nvSpPr>
          <p:cNvPr id="36" name="Shape 34"/>
          <p:cNvSpPr/>
          <p:nvPr/>
        </p:nvSpPr>
        <p:spPr>
          <a:xfrm>
            <a:off x="1440359" y="9660136"/>
            <a:ext cx="19050" cy="11430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371475" y="9841111"/>
            <a:ext cx="1704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87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going!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914650" y="381000"/>
            <a:ext cx="749541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70" kern="0" dirty="0">
                <a:solidFill>
                  <a:srgbClr val="5A58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MONDAY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2914650" y="542925"/>
            <a:ext cx="2569518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48" kern="0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4月 26日</a:t>
            </a:r>
            <a:endParaRPr lang="en-US" sz="4800" dirty="0"/>
          </a:p>
        </p:txBody>
      </p:sp>
      <p:sp>
        <p:nvSpPr>
          <p:cNvPr id="40" name="Text 38"/>
          <p:cNvSpPr/>
          <p:nvPr/>
        </p:nvSpPr>
        <p:spPr>
          <a:xfrm rot="-240000">
            <a:off x="5559623" y="876300"/>
            <a:ext cx="4381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74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‘26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2914650" y="1240036"/>
            <a:ext cx="749541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A58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きょうの予定 — 2 of 7 done</a:t>
            </a:r>
            <a:endParaRPr lang="en-US" sz="1125" dirty="0"/>
          </a:p>
        </p:txBody>
      </p:sp>
      <p:sp>
        <p:nvSpPr>
          <p:cNvPr id="42" name="Shape 40"/>
          <p:cNvSpPr/>
          <p:nvPr/>
        </p:nvSpPr>
        <p:spPr>
          <a:xfrm rot="359998">
            <a:off x="8981554" y="381000"/>
            <a:ext cx="1209675" cy="400050"/>
          </a:xfrm>
          <a:prstGeom prst="roundRect">
            <a:avLst>
              <a:gd name="adj" fmla="val 14286"/>
            </a:avLst>
          </a:prstGeom>
          <a:ln w="28575">
            <a:solidFill>
              <a:srgbClr val="2F6FB5">
                <a:alpha val="8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 rot="359998">
            <a:off x="9105379" y="466725"/>
            <a:ext cx="96202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2F6FB5">
                    <a:alpha val="8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☀ 晴れ 22°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942933" y="838200"/>
            <a:ext cx="128691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8A87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mood: ◎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 rot="-24000">
            <a:off x="2914650" y="1706761"/>
            <a:ext cx="7277100" cy="609600"/>
          </a:xfrm>
          <a:prstGeom prst="roundRect">
            <a:avLst>
              <a:gd name="adj" fmla="val 21875"/>
            </a:avLst>
          </a:prstGeom>
          <a:solidFill>
            <a:srgbClr val="FFFFFF">
              <a:alpha val="35000"/>
            </a:srgbClr>
          </a:solidFill>
          <a:ln w="19050">
            <a:solidFill>
              <a:srgbClr val="2B2A2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04037" y="1860815"/>
            <a:ext cx="561529" cy="384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74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</a:t>
            </a:r>
            <a:pPr algn="l" indent="0" marL="0">
              <a:buNone/>
            </a:pPr>
            <a:r>
              <a:rPr lang="en-US" sz="1350" b="1" dirty="0">
                <a:solidFill>
                  <a:srgbClr val="5A58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</a:t>
            </a:r>
            <a:endParaRPr lang="en-US" sz="2400" dirty="0"/>
          </a:p>
        </p:txBody>
      </p:sp>
      <p:sp>
        <p:nvSpPr>
          <p:cNvPr id="47" name="Shape 45"/>
          <p:cNvSpPr/>
          <p:nvPr/>
        </p:nvSpPr>
        <p:spPr>
          <a:xfrm>
            <a:off x="3777501" y="1828677"/>
            <a:ext cx="5095937" cy="168917"/>
          </a:xfrm>
          <a:prstGeom prst="roundRect">
            <a:avLst>
              <a:gd name="adj" fmla="val 50000"/>
            </a:avLst>
          </a:prstGeom>
          <a:solidFill>
            <a:srgbClr val="000000">
              <a:alpha val="5000"/>
            </a:srgbClr>
          </a:solidFill>
          <a:ln w="9525">
            <a:solidFill>
              <a:srgbClr val="5A585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787092" y="1863429"/>
            <a:ext cx="1472821" cy="124574"/>
          </a:xfrm>
          <a:prstGeom prst="rect">
            <a:avLst/>
          </a:prstGeom>
          <a:solidFill>
            <a:srgbClr val="2F6FB5"/>
          </a:solidFill>
          <a:ln/>
        </p:spPr>
      </p:sp>
      <p:sp>
        <p:nvSpPr>
          <p:cNvPr id="49" name="Shape 47"/>
          <p:cNvSpPr/>
          <p:nvPr/>
        </p:nvSpPr>
        <p:spPr>
          <a:xfrm>
            <a:off x="5240864" y="1863429"/>
            <a:ext cx="19050" cy="124574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3778698" y="2000123"/>
            <a:ext cx="5249021" cy="235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58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あと </a:t>
            </a:r>
            <a:pPr algn="l" indent="0" marL="0">
              <a:buNone/>
            </a:pPr>
            <a:r>
              <a:rPr lang="en-US" sz="900" b="1" dirty="0">
                <a:solidFill>
                  <a:srgbClr val="5A58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</a:t>
            </a:r>
            <a:pPr algn="l" indent="0" marL="0">
              <a:buNone/>
            </a:pPr>
            <a:r>
              <a:rPr lang="en-US" sz="900" dirty="0">
                <a:solidFill>
                  <a:srgbClr val="5A58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個。お茶でも飲みつつ。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 rot="-180000">
            <a:off x="9065941" y="1881222"/>
            <a:ext cx="933450" cy="219075"/>
          </a:xfrm>
          <a:prstGeom prst="rect">
            <a:avLst/>
          </a:prstGeom>
          <a:solidFill>
            <a:srgbClr val="B4D7A0">
              <a:alpha val="72000"/>
            </a:srgbClr>
          </a:solidFill>
          <a:ln/>
          <a:effectLst>
            <a:outerShdw sx="100000" sy="100000" kx="0" ky="0" algn="bl" rotWithShape="0" blurRad="19050" dist="9525" dir="5400000">
              <a:srgbClr val="000000">
                <a:alpha val="1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 rot="-180000">
            <a:off x="9180241" y="1919322"/>
            <a:ext cx="7810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TRACK</a:t>
            </a:r>
            <a:endParaRPr lang="en-US" sz="975" dirty="0"/>
          </a:p>
        </p:txBody>
      </p:sp>
      <p:sp>
        <p:nvSpPr>
          <p:cNvPr id="53" name="Shape 51"/>
          <p:cNvSpPr/>
          <p:nvPr/>
        </p:nvSpPr>
        <p:spPr>
          <a:xfrm>
            <a:off x="2914650" y="2544961"/>
            <a:ext cx="7277100" cy="6591300"/>
          </a:xfrm>
          <a:prstGeom prst="roundRect">
            <a:avLst>
              <a:gd name="adj" fmla="val 289"/>
            </a:avLst>
          </a:prstGeom>
          <a:solidFill>
            <a:srgbClr val="F5EFE1"/>
          </a:solidFill>
          <a:ln/>
          <a:effectLst>
            <a:outerShdw sx="100000" sy="100000" kx="0" ky="0" algn="bl" rotWithShape="0" blurRad="101600" dist="50800" dir="16200000">
              <a:srgbClr val="D9CDA8">
                <a:alpha val="10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114675" y="3171230"/>
            <a:ext cx="171450" cy="17145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9525" dist="9525" dir="5400000">
              <a:srgbClr val="000000">
                <a:alpha val="2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114675" y="3909417"/>
            <a:ext cx="171450" cy="17145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9525" dist="9525" dir="5400000">
              <a:srgbClr val="000000">
                <a:alpha val="2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3114675" y="4647605"/>
            <a:ext cx="171450" cy="17145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9525" dist="9525" dir="5400000">
              <a:srgbClr val="000000">
                <a:alpha val="2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3114675" y="5385792"/>
            <a:ext cx="171450" cy="17145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9525" dist="9525" dir="5400000">
              <a:srgbClr val="000000">
                <a:alpha val="2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3114675" y="6123980"/>
            <a:ext cx="171450" cy="17145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9525" dist="9525" dir="5400000">
              <a:srgbClr val="000000">
                <a:alpha val="2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3114675" y="6862167"/>
            <a:ext cx="171450" cy="17145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9525" dist="9525" dir="5400000">
              <a:srgbClr val="000000">
                <a:alpha val="2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3114675" y="7600355"/>
            <a:ext cx="171450" cy="17145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9525" dist="9525" dir="5400000">
              <a:srgbClr val="000000">
                <a:alpha val="2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3114675" y="8338542"/>
            <a:ext cx="171450" cy="17145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9525" dist="9525" dir="5400000">
              <a:srgbClr val="000000">
                <a:alpha val="2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 rot="240000">
            <a:off x="8667750" y="2335411"/>
            <a:ext cx="1714500" cy="1162050"/>
          </a:xfrm>
          <a:prstGeom prst="roundRect">
            <a:avLst>
              <a:gd name="adj" fmla="val 820"/>
            </a:avLst>
          </a:prstGeom>
          <a:solidFill>
            <a:srgbClr val="FFE89A"/>
          </a:solidFill>
          <a:ln/>
          <a:effectLst>
            <a:outerShdw sx="100000" sy="100000" kx="0" ky="0" algn="bl" rotWithShape="0" blurRad="133350" dist="57150" dir="5400000">
              <a:srgbClr val="3C2814">
                <a:alpha val="18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8838478" y="2420684"/>
            <a:ext cx="1497083" cy="345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7143"/>
              </a:lnSpc>
              <a:buNone/>
            </a:pPr>
            <a:r>
              <a:rPr lang="en-US" sz="1050" dirty="0">
                <a:solidFill>
                  <a:srgbClr val="5A58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reminder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8823196" y="2696236"/>
            <a:ext cx="692422" cy="2324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7143"/>
              </a:lnSpc>
              <a:buNone/>
            </a:pPr>
            <a:r>
              <a:rPr lang="en-US" sz="1050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午後3時：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8808579" y="2905275"/>
            <a:ext cx="877113" cy="245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7143"/>
              </a:lnSpc>
              <a:buNone/>
            </a:pPr>
            <a:r>
              <a:rPr lang="en-US" sz="1050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コーヒー豆を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8793961" y="3114315"/>
            <a:ext cx="966786" cy="251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7143"/>
              </a:lnSpc>
              <a:buNone/>
            </a:pPr>
            <a:r>
              <a:rPr lang="en-US" sz="1050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買って帰る ☕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 rot="-60000">
            <a:off x="3789759" y="2964061"/>
            <a:ext cx="111442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D74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morning ✻</a:t>
            </a:r>
            <a:endParaRPr lang="en-US" sz="1650" dirty="0"/>
          </a:p>
        </p:txBody>
      </p:sp>
      <p:sp>
        <p:nvSpPr>
          <p:cNvPr id="68" name="Text 66"/>
          <p:cNvSpPr/>
          <p:nvPr/>
        </p:nvSpPr>
        <p:spPr>
          <a:xfrm>
            <a:off x="4228222" y="3366260"/>
            <a:ext cx="2049831" cy="3116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7368"/>
              </a:lnSpc>
              <a:buNone/>
            </a:pPr>
            <a:r>
              <a:rPr lang="en-US" sz="1425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会議資料の最終チェック</a:t>
            </a:r>
            <a:endParaRPr lang="en-US" sz="1425" dirty="0"/>
          </a:p>
        </p:txBody>
      </p:sp>
      <p:pic>
        <p:nvPicPr>
          <p:cNvPr id="6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240000">
            <a:off x="6291198" y="3398388"/>
            <a:ext cx="163150" cy="163150"/>
          </a:xfrm>
          <a:prstGeom prst="rect">
            <a:avLst/>
          </a:prstGeom>
        </p:spPr>
      </p:pic>
      <p:pic>
        <p:nvPicPr>
          <p:cNvPr id="7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8233" y="3402936"/>
            <a:ext cx="152929" cy="152929"/>
          </a:xfrm>
          <a:prstGeom prst="rect">
            <a:avLst/>
          </a:prstGeom>
        </p:spPr>
      </p:pic>
      <p:pic>
        <p:nvPicPr>
          <p:cNvPr id="7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40000">
            <a:off x="6615537" y="3397755"/>
            <a:ext cx="162167" cy="162168"/>
          </a:xfrm>
          <a:prstGeom prst="rect">
            <a:avLst/>
          </a:prstGeom>
        </p:spPr>
      </p:pic>
      <p:sp>
        <p:nvSpPr>
          <p:cNvPr id="72" name="Shape 67"/>
          <p:cNvSpPr/>
          <p:nvPr/>
        </p:nvSpPr>
        <p:spPr>
          <a:xfrm rot="-120000">
            <a:off x="6868152" y="3401314"/>
            <a:ext cx="419100" cy="200025"/>
          </a:xfrm>
          <a:prstGeom prst="roundRect">
            <a:avLst>
              <a:gd name="adj" fmla="val 9524"/>
            </a:avLst>
          </a:prstGeom>
          <a:solidFill>
            <a:srgbClr val="A0C8E6">
              <a:alpha val="72000"/>
            </a:srgbClr>
          </a:solidFill>
          <a:ln/>
        </p:spPr>
      </p:sp>
      <p:sp>
        <p:nvSpPr>
          <p:cNvPr id="73" name="Text 68"/>
          <p:cNvSpPr/>
          <p:nvPr/>
        </p:nvSpPr>
        <p:spPr>
          <a:xfrm rot="-120000">
            <a:off x="6963402" y="3420364"/>
            <a:ext cx="3048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仕事</a:t>
            </a:r>
            <a:endParaRPr lang="en-US" sz="900" dirty="0"/>
          </a:p>
        </p:txBody>
      </p:sp>
      <p:sp>
        <p:nvSpPr>
          <p:cNvPr id="74" name="Shape 69"/>
          <p:cNvSpPr/>
          <p:nvPr/>
        </p:nvSpPr>
        <p:spPr>
          <a:xfrm rot="60000">
            <a:off x="7382499" y="3399528"/>
            <a:ext cx="419100" cy="200025"/>
          </a:xfrm>
          <a:prstGeom prst="roundRect">
            <a:avLst>
              <a:gd name="adj" fmla="val 9524"/>
            </a:avLst>
          </a:prstGeom>
          <a:solidFill>
            <a:srgbClr val="F0AABE">
              <a:alpha val="72000"/>
            </a:srgbClr>
          </a:solidFill>
          <a:ln/>
        </p:spPr>
      </p:sp>
      <p:sp>
        <p:nvSpPr>
          <p:cNvPr id="75" name="Text 70"/>
          <p:cNvSpPr/>
          <p:nvPr/>
        </p:nvSpPr>
        <p:spPr>
          <a:xfrm rot="60000">
            <a:off x="7477749" y="3418578"/>
            <a:ext cx="3048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急ぎ</a:t>
            </a:r>
            <a:endParaRPr lang="en-US" sz="900" dirty="0"/>
          </a:p>
        </p:txBody>
      </p:sp>
      <p:sp>
        <p:nvSpPr>
          <p:cNvPr id="76" name="Text 71"/>
          <p:cNvSpPr/>
          <p:nvPr/>
        </p:nvSpPr>
        <p:spPr>
          <a:xfrm>
            <a:off x="4229281" y="3660352"/>
            <a:ext cx="5206923" cy="2842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1429"/>
              </a:lnSpc>
              <a:buNone/>
            </a:pPr>
            <a:r>
              <a:rPr lang="en-US" sz="1050" i="1" dirty="0">
                <a:solidFill>
                  <a:srgbClr val="5A58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 数字は最新のものに差し替えること ”</a:t>
            </a:r>
            <a:endParaRPr lang="en-US" sz="1050" dirty="0"/>
          </a:p>
        </p:txBody>
      </p:sp>
      <p:sp>
        <p:nvSpPr>
          <p:cNvPr id="77" name="Text 72"/>
          <p:cNvSpPr/>
          <p:nvPr/>
        </p:nvSpPr>
        <p:spPr>
          <a:xfrm>
            <a:off x="9415975" y="3372772"/>
            <a:ext cx="470758" cy="220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74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10:00</a:t>
            </a:r>
            <a:endParaRPr lang="en-US" sz="1200" dirty="0"/>
          </a:p>
        </p:txBody>
      </p:sp>
      <p:sp>
        <p:nvSpPr>
          <p:cNvPr id="78" name="Text 73"/>
          <p:cNvSpPr/>
          <p:nvPr/>
        </p:nvSpPr>
        <p:spPr>
          <a:xfrm>
            <a:off x="4228750" y="4110396"/>
            <a:ext cx="1524772" cy="309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7368"/>
              </a:lnSpc>
              <a:buNone/>
            </a:pPr>
            <a:r>
              <a:rPr lang="en-US" sz="1425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牛乳とパンを買う</a:t>
            </a:r>
            <a:endParaRPr lang="en-US" sz="1425" dirty="0"/>
          </a:p>
        </p:txBody>
      </p:sp>
      <p:pic>
        <p:nvPicPr>
          <p:cNvPr id="7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240000">
            <a:off x="5766791" y="4142660"/>
            <a:ext cx="163071" cy="163071"/>
          </a:xfrm>
          <a:prstGeom prst="rect">
            <a:avLst/>
          </a:prstGeom>
        </p:spPr>
      </p:pic>
      <p:pic>
        <p:nvPicPr>
          <p:cNvPr id="8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3829" y="4147301"/>
            <a:ext cx="152844" cy="152844"/>
          </a:xfrm>
          <a:prstGeom prst="rect">
            <a:avLst/>
          </a:prstGeom>
        </p:spPr>
      </p:pic>
      <p:pic>
        <p:nvPicPr>
          <p:cNvPr id="8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40000">
            <a:off x="6091051" y="4142127"/>
            <a:ext cx="162247" cy="162246"/>
          </a:xfrm>
          <a:prstGeom prst="rect">
            <a:avLst/>
          </a:prstGeom>
        </p:spPr>
      </p:pic>
      <p:sp>
        <p:nvSpPr>
          <p:cNvPr id="82" name="Shape 74"/>
          <p:cNvSpPr/>
          <p:nvPr/>
        </p:nvSpPr>
        <p:spPr>
          <a:xfrm rot="120000">
            <a:off x="6343693" y="4145772"/>
            <a:ext cx="533400" cy="200025"/>
          </a:xfrm>
          <a:prstGeom prst="roundRect">
            <a:avLst>
              <a:gd name="adj" fmla="val 9524"/>
            </a:avLst>
          </a:prstGeom>
          <a:solidFill>
            <a:srgbClr val="B4D7A0">
              <a:alpha val="72000"/>
            </a:srgbClr>
          </a:solidFill>
          <a:ln/>
        </p:spPr>
      </p:sp>
      <p:sp>
        <p:nvSpPr>
          <p:cNvPr id="83" name="Text 75"/>
          <p:cNvSpPr/>
          <p:nvPr/>
        </p:nvSpPr>
        <p:spPr>
          <a:xfrm rot="120000">
            <a:off x="6438943" y="4164822"/>
            <a:ext cx="419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暮らし</a:t>
            </a:r>
            <a:endParaRPr lang="en-US" sz="900" dirty="0"/>
          </a:p>
        </p:txBody>
      </p:sp>
      <p:sp>
        <p:nvSpPr>
          <p:cNvPr id="84" name="Text 76"/>
          <p:cNvSpPr/>
          <p:nvPr/>
        </p:nvSpPr>
        <p:spPr>
          <a:xfrm>
            <a:off x="9505522" y="4117386"/>
            <a:ext cx="381777" cy="2675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58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夕方</a:t>
            </a:r>
            <a:endParaRPr lang="en-US" sz="1200" dirty="0"/>
          </a:p>
        </p:txBody>
      </p:sp>
      <p:sp>
        <p:nvSpPr>
          <p:cNvPr id="85" name="Text 77"/>
          <p:cNvSpPr/>
          <p:nvPr/>
        </p:nvSpPr>
        <p:spPr>
          <a:xfrm>
            <a:off x="4228815" y="4586357"/>
            <a:ext cx="1377435" cy="3078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7368"/>
              </a:lnSpc>
              <a:buNone/>
            </a:pPr>
            <a:r>
              <a:rPr lang="en-US" sz="1425" dirty="0">
                <a:solidFill>
                  <a:srgbClr val="8A87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ランニング 5km</a:t>
            </a:r>
            <a:endParaRPr lang="en-US" sz="1425" dirty="0"/>
          </a:p>
        </p:txBody>
      </p:sp>
      <p:pic>
        <p:nvPicPr>
          <p:cNvPr id="8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240000">
            <a:off x="5619643" y="4618755"/>
            <a:ext cx="162993" cy="162993"/>
          </a:xfrm>
          <a:prstGeom prst="rect">
            <a:avLst/>
          </a:prstGeom>
        </p:spPr>
      </p:pic>
      <p:pic>
        <p:nvPicPr>
          <p:cNvPr id="8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86685" y="4623490"/>
            <a:ext cx="152759" cy="152759"/>
          </a:xfrm>
          <a:prstGeom prst="rect">
            <a:avLst/>
          </a:prstGeom>
        </p:spPr>
      </p:pic>
      <p:pic>
        <p:nvPicPr>
          <p:cNvPr id="8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40000">
            <a:off x="5943826" y="4618324"/>
            <a:ext cx="162326" cy="162326"/>
          </a:xfrm>
          <a:prstGeom prst="rect">
            <a:avLst/>
          </a:prstGeom>
        </p:spPr>
      </p:pic>
      <p:sp>
        <p:nvSpPr>
          <p:cNvPr id="89" name="Shape 78"/>
          <p:cNvSpPr/>
          <p:nvPr/>
        </p:nvSpPr>
        <p:spPr>
          <a:xfrm rot="-60000">
            <a:off x="6196494" y="4622388"/>
            <a:ext cx="419100" cy="200025"/>
          </a:xfrm>
          <a:prstGeom prst="roundRect">
            <a:avLst>
              <a:gd name="adj" fmla="val 9524"/>
            </a:avLst>
          </a:prstGeom>
          <a:solidFill>
            <a:srgbClr val="F5DC6E">
              <a:alpha val="72000"/>
            </a:srgbClr>
          </a:solidFill>
          <a:ln/>
        </p:spPr>
      </p:sp>
      <p:sp>
        <p:nvSpPr>
          <p:cNvPr id="90" name="Text 79"/>
          <p:cNvSpPr/>
          <p:nvPr/>
        </p:nvSpPr>
        <p:spPr>
          <a:xfrm rot="-60000">
            <a:off x="6291744" y="4641438"/>
            <a:ext cx="3048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健康</a:t>
            </a:r>
            <a:endParaRPr lang="en-US" sz="900" dirty="0"/>
          </a:p>
        </p:txBody>
      </p:sp>
      <p:sp>
        <p:nvSpPr>
          <p:cNvPr id="91" name="Text 80"/>
          <p:cNvSpPr/>
          <p:nvPr/>
        </p:nvSpPr>
        <p:spPr>
          <a:xfrm>
            <a:off x="9566774" y="4595301"/>
            <a:ext cx="320348" cy="21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58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</a:t>
            </a:r>
            <a:endParaRPr lang="en-US" sz="1200" dirty="0"/>
          </a:p>
        </p:txBody>
      </p:sp>
      <p:sp>
        <p:nvSpPr>
          <p:cNvPr id="92" name="Text 81"/>
          <p:cNvSpPr/>
          <p:nvPr/>
        </p:nvSpPr>
        <p:spPr>
          <a:xfrm rot="-60000">
            <a:off x="3791173" y="5116711"/>
            <a:ext cx="12192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F6F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afternoon ✻</a:t>
            </a:r>
            <a:endParaRPr lang="en-US" sz="1650" dirty="0"/>
          </a:p>
        </p:txBody>
      </p:sp>
      <p:sp>
        <p:nvSpPr>
          <p:cNvPr id="93" name="Text 82"/>
          <p:cNvSpPr/>
          <p:nvPr/>
        </p:nvSpPr>
        <p:spPr>
          <a:xfrm>
            <a:off x="4228434" y="5519483"/>
            <a:ext cx="1158957" cy="306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7368"/>
              </a:lnSpc>
              <a:buNone/>
            </a:pPr>
            <a:r>
              <a:rPr lang="en-US" sz="1425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母に電話する</a:t>
            </a:r>
            <a:endParaRPr lang="en-US" sz="1425" dirty="0"/>
          </a:p>
        </p:txBody>
      </p:sp>
      <p:pic>
        <p:nvPicPr>
          <p:cNvPr id="9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-240000">
            <a:off x="5400909" y="5552016"/>
            <a:ext cx="162914" cy="162914"/>
          </a:xfrm>
          <a:prstGeom prst="rect">
            <a:avLst/>
          </a:prstGeom>
        </p:spPr>
      </p:pic>
      <p:pic>
        <p:nvPicPr>
          <p:cNvPr id="9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67954" y="5556844"/>
            <a:ext cx="152675" cy="152674"/>
          </a:xfrm>
          <a:prstGeom prst="rect">
            <a:avLst/>
          </a:prstGeom>
        </p:spPr>
      </p:pic>
      <p:pic>
        <p:nvPicPr>
          <p:cNvPr id="9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40000">
            <a:off x="5725014" y="5551687"/>
            <a:ext cx="162404" cy="162405"/>
          </a:xfrm>
          <a:prstGeom prst="rect">
            <a:avLst/>
          </a:prstGeom>
        </p:spPr>
      </p:pic>
      <p:sp>
        <p:nvSpPr>
          <p:cNvPr id="97" name="Shape 83"/>
          <p:cNvSpPr/>
          <p:nvPr/>
        </p:nvSpPr>
        <p:spPr>
          <a:xfrm rot="60000">
            <a:off x="5977708" y="5556002"/>
            <a:ext cx="419100" cy="200025"/>
          </a:xfrm>
          <a:prstGeom prst="roundRect">
            <a:avLst>
              <a:gd name="adj" fmla="val 9524"/>
            </a:avLst>
          </a:prstGeom>
          <a:solidFill>
            <a:srgbClr val="F0AABE">
              <a:alpha val="72000"/>
            </a:srgbClr>
          </a:solidFill>
          <a:ln/>
        </p:spPr>
      </p:sp>
      <p:sp>
        <p:nvSpPr>
          <p:cNvPr id="98" name="Text 84"/>
          <p:cNvSpPr/>
          <p:nvPr/>
        </p:nvSpPr>
        <p:spPr>
          <a:xfrm rot="60000">
            <a:off x="6072958" y="5575052"/>
            <a:ext cx="3048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家族</a:t>
            </a:r>
            <a:endParaRPr lang="en-US" sz="900" dirty="0"/>
          </a:p>
        </p:txBody>
      </p:sp>
      <p:sp>
        <p:nvSpPr>
          <p:cNvPr id="99" name="Shape 85"/>
          <p:cNvSpPr/>
          <p:nvPr/>
        </p:nvSpPr>
        <p:spPr>
          <a:xfrm>
            <a:off x="4267187" y="5883110"/>
            <a:ext cx="114506" cy="114506"/>
          </a:xfrm>
          <a:prstGeom prst="roundRect">
            <a:avLst>
              <a:gd name="adj" fmla="val 24955"/>
            </a:avLst>
          </a:prstGeom>
          <a:ln w="9525">
            <a:solidFill>
              <a:srgbClr val="5A5851"/>
            </a:solidFill>
            <a:prstDash val="solid"/>
          </a:ln>
        </p:spPr>
      </p:sp>
      <p:sp>
        <p:nvSpPr>
          <p:cNvPr id="100" name="Text 86"/>
          <p:cNvSpPr/>
          <p:nvPr/>
        </p:nvSpPr>
        <p:spPr>
          <a:xfrm>
            <a:off x="4457584" y="5824619"/>
            <a:ext cx="743361" cy="267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1429"/>
              </a:lnSpc>
              <a:buNone/>
            </a:pPr>
            <a:r>
              <a:rPr lang="en-US" sz="1050" dirty="0">
                <a:solidFill>
                  <a:srgbClr val="5A58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近況を聞く</a:t>
            </a:r>
            <a:endParaRPr lang="en-US" sz="1050" dirty="0"/>
          </a:p>
        </p:txBody>
      </p:sp>
      <p:sp>
        <p:nvSpPr>
          <p:cNvPr id="101" name="Shape 87"/>
          <p:cNvSpPr/>
          <p:nvPr/>
        </p:nvSpPr>
        <p:spPr>
          <a:xfrm>
            <a:off x="4267599" y="6111710"/>
            <a:ext cx="114506" cy="114506"/>
          </a:xfrm>
          <a:prstGeom prst="roundRect">
            <a:avLst>
              <a:gd name="adj" fmla="val 24955"/>
            </a:avLst>
          </a:prstGeom>
          <a:ln w="9525">
            <a:solidFill>
              <a:srgbClr val="5A5851"/>
            </a:solidFill>
            <a:prstDash val="solid"/>
          </a:ln>
        </p:spPr>
      </p:sp>
      <p:sp>
        <p:nvSpPr>
          <p:cNvPr id="102" name="Text 88"/>
          <p:cNvSpPr/>
          <p:nvPr/>
        </p:nvSpPr>
        <p:spPr>
          <a:xfrm>
            <a:off x="4457996" y="6052497"/>
            <a:ext cx="1143411" cy="268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1429"/>
              </a:lnSpc>
              <a:buNone/>
            </a:pPr>
            <a:r>
              <a:rPr lang="en-US" sz="1050" dirty="0">
                <a:solidFill>
                  <a:srgbClr val="5A58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来月の予定を共有</a:t>
            </a:r>
            <a:endParaRPr lang="en-US" sz="1050" dirty="0"/>
          </a:p>
        </p:txBody>
      </p:sp>
      <p:sp>
        <p:nvSpPr>
          <p:cNvPr id="103" name="Text 89"/>
          <p:cNvSpPr/>
          <p:nvPr/>
        </p:nvSpPr>
        <p:spPr>
          <a:xfrm>
            <a:off x="9657641" y="5530416"/>
            <a:ext cx="229081" cy="2669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58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夜</a:t>
            </a:r>
            <a:endParaRPr lang="en-US" sz="1200" dirty="0"/>
          </a:p>
        </p:txBody>
      </p:sp>
      <p:sp>
        <p:nvSpPr>
          <p:cNvPr id="104" name="Text 90"/>
          <p:cNvSpPr/>
          <p:nvPr/>
        </p:nvSpPr>
        <p:spPr>
          <a:xfrm>
            <a:off x="4228948" y="6488078"/>
            <a:ext cx="2861094" cy="308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7368"/>
              </a:lnSpc>
              <a:buNone/>
            </a:pPr>
            <a:r>
              <a:rPr lang="en-US" sz="1425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本『デザインの輪郭』を読む 30分</a:t>
            </a:r>
            <a:endParaRPr lang="en-US" sz="1425" dirty="0"/>
          </a:p>
        </p:txBody>
      </p:sp>
      <p:pic>
        <p:nvPicPr>
          <p:cNvPr id="10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-240000">
            <a:off x="7096551" y="6520746"/>
            <a:ext cx="162835" cy="162836"/>
          </a:xfrm>
          <a:prstGeom prst="rect">
            <a:avLst/>
          </a:prstGeom>
        </p:spPr>
      </p:pic>
      <p:pic>
        <p:nvPicPr>
          <p:cNvPr id="10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63598" y="6525667"/>
            <a:ext cx="152590" cy="152590"/>
          </a:xfrm>
          <a:prstGeom prst="rect">
            <a:avLst/>
          </a:prstGeom>
        </p:spPr>
      </p:pic>
      <p:pic>
        <p:nvPicPr>
          <p:cNvPr id="10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40000">
            <a:off x="7420576" y="6520519"/>
            <a:ext cx="162484" cy="162483"/>
          </a:xfrm>
          <a:prstGeom prst="rect">
            <a:avLst/>
          </a:prstGeom>
        </p:spPr>
      </p:pic>
      <p:sp>
        <p:nvSpPr>
          <p:cNvPr id="108" name="Shape 91"/>
          <p:cNvSpPr/>
          <p:nvPr/>
        </p:nvSpPr>
        <p:spPr>
          <a:xfrm rot="-60000">
            <a:off x="7673298" y="6525085"/>
            <a:ext cx="419100" cy="200025"/>
          </a:xfrm>
          <a:prstGeom prst="roundRect">
            <a:avLst>
              <a:gd name="adj" fmla="val 9524"/>
            </a:avLst>
          </a:prstGeom>
          <a:solidFill>
            <a:srgbClr val="F5DC6E">
              <a:alpha val="72000"/>
            </a:srgbClr>
          </a:solidFill>
          <a:ln/>
        </p:spPr>
      </p:sp>
      <p:sp>
        <p:nvSpPr>
          <p:cNvPr id="109" name="Text 92"/>
          <p:cNvSpPr/>
          <p:nvPr/>
        </p:nvSpPr>
        <p:spPr>
          <a:xfrm rot="-60000">
            <a:off x="7768548" y="6544135"/>
            <a:ext cx="3048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学び</a:t>
            </a:r>
            <a:endParaRPr lang="en-US" sz="900" dirty="0"/>
          </a:p>
        </p:txBody>
      </p:sp>
      <p:sp>
        <p:nvSpPr>
          <p:cNvPr id="110" name="Text 93"/>
          <p:cNvSpPr/>
          <p:nvPr/>
        </p:nvSpPr>
        <p:spPr>
          <a:xfrm>
            <a:off x="4229015" y="6965225"/>
            <a:ext cx="1705159" cy="3059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7368"/>
              </a:lnSpc>
              <a:buNone/>
            </a:pPr>
            <a:r>
              <a:rPr lang="en-US" sz="1425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歯医者の予約を取る</a:t>
            </a:r>
            <a:endParaRPr lang="en-US" sz="1425" dirty="0"/>
          </a:p>
        </p:txBody>
      </p:sp>
      <p:pic>
        <p:nvPicPr>
          <p:cNvPr id="11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-240000">
            <a:off x="5947940" y="6998028"/>
            <a:ext cx="162758" cy="162758"/>
          </a:xfrm>
          <a:prstGeom prst="rect">
            <a:avLst/>
          </a:prstGeom>
        </p:spPr>
      </p:pic>
      <p:pic>
        <p:nvPicPr>
          <p:cNvPr id="11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14991" y="7003042"/>
            <a:ext cx="152506" cy="152505"/>
          </a:xfrm>
          <a:prstGeom prst="rect">
            <a:avLst/>
          </a:prstGeom>
        </p:spPr>
      </p:pic>
      <p:pic>
        <p:nvPicPr>
          <p:cNvPr id="113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40000">
            <a:off x="6271888" y="6997902"/>
            <a:ext cx="162562" cy="162562"/>
          </a:xfrm>
          <a:prstGeom prst="rect">
            <a:avLst/>
          </a:prstGeom>
        </p:spPr>
      </p:pic>
      <p:sp>
        <p:nvSpPr>
          <p:cNvPr id="114" name="Shape 94"/>
          <p:cNvSpPr/>
          <p:nvPr/>
        </p:nvSpPr>
        <p:spPr>
          <a:xfrm rot="120000">
            <a:off x="6524635" y="7002681"/>
            <a:ext cx="533400" cy="200025"/>
          </a:xfrm>
          <a:prstGeom prst="roundRect">
            <a:avLst>
              <a:gd name="adj" fmla="val 9524"/>
            </a:avLst>
          </a:prstGeom>
          <a:solidFill>
            <a:srgbClr val="B4D7A0">
              <a:alpha val="72000"/>
            </a:srgbClr>
          </a:solidFill>
          <a:ln/>
        </p:spPr>
      </p:sp>
      <p:sp>
        <p:nvSpPr>
          <p:cNvPr id="115" name="Text 95"/>
          <p:cNvSpPr/>
          <p:nvPr/>
        </p:nvSpPr>
        <p:spPr>
          <a:xfrm rot="120000">
            <a:off x="6619885" y="7021731"/>
            <a:ext cx="419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暮らし</a:t>
            </a:r>
            <a:endParaRPr lang="en-US" sz="900" dirty="0"/>
          </a:p>
        </p:txBody>
      </p:sp>
      <p:sp>
        <p:nvSpPr>
          <p:cNvPr id="116" name="Text 96"/>
          <p:cNvSpPr/>
          <p:nvPr/>
        </p:nvSpPr>
        <p:spPr>
          <a:xfrm>
            <a:off x="9353451" y="6981546"/>
            <a:ext cx="533584" cy="267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58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今日中</a:t>
            </a:r>
            <a:endParaRPr lang="en-US" sz="1200" dirty="0"/>
          </a:p>
        </p:txBody>
      </p:sp>
      <p:sp>
        <p:nvSpPr>
          <p:cNvPr id="117" name="Text 97"/>
          <p:cNvSpPr/>
          <p:nvPr/>
        </p:nvSpPr>
        <p:spPr>
          <a:xfrm rot="-60000">
            <a:off x="3789462" y="7497961"/>
            <a:ext cx="103822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A8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evening ✻</a:t>
            </a:r>
            <a:endParaRPr lang="en-US" sz="1650" dirty="0"/>
          </a:p>
        </p:txBody>
      </p:sp>
      <p:sp>
        <p:nvSpPr>
          <p:cNvPr id="118" name="Text 98"/>
          <p:cNvSpPr/>
          <p:nvPr/>
        </p:nvSpPr>
        <p:spPr>
          <a:xfrm>
            <a:off x="4229083" y="7898189"/>
            <a:ext cx="1339489" cy="304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7368"/>
              </a:lnSpc>
              <a:buNone/>
            </a:pPr>
            <a:r>
              <a:rPr lang="en-US" sz="1425" dirty="0">
                <a:solidFill>
                  <a:srgbClr val="8A87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ブログの下書き</a:t>
            </a:r>
            <a:endParaRPr lang="en-US" sz="1425" dirty="0"/>
          </a:p>
        </p:txBody>
      </p:sp>
      <p:pic>
        <p:nvPicPr>
          <p:cNvPr id="119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-240000">
            <a:off x="5582463" y="7931126"/>
            <a:ext cx="162678" cy="162678"/>
          </a:xfrm>
          <a:prstGeom prst="rect">
            <a:avLst/>
          </a:prstGeom>
        </p:spPr>
      </p:pic>
      <p:pic>
        <p:nvPicPr>
          <p:cNvPr id="120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49516" y="7936234"/>
            <a:ext cx="152420" cy="152420"/>
          </a:xfrm>
          <a:prstGeom prst="rect">
            <a:avLst/>
          </a:prstGeom>
        </p:spPr>
      </p:pic>
      <p:pic>
        <p:nvPicPr>
          <p:cNvPr id="121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40000">
            <a:off x="5906331" y="7931102"/>
            <a:ext cx="162641" cy="162641"/>
          </a:xfrm>
          <a:prstGeom prst="rect">
            <a:avLst/>
          </a:prstGeom>
        </p:spPr>
      </p:pic>
      <p:sp>
        <p:nvSpPr>
          <p:cNvPr id="122" name="Shape 99"/>
          <p:cNvSpPr/>
          <p:nvPr/>
        </p:nvSpPr>
        <p:spPr>
          <a:xfrm rot="-120000">
            <a:off x="6159105" y="7936171"/>
            <a:ext cx="419100" cy="200025"/>
          </a:xfrm>
          <a:prstGeom prst="roundRect">
            <a:avLst>
              <a:gd name="adj" fmla="val 9524"/>
            </a:avLst>
          </a:prstGeom>
          <a:solidFill>
            <a:srgbClr val="A0C8E6">
              <a:alpha val="72000"/>
            </a:srgbClr>
          </a:solidFill>
          <a:ln/>
        </p:spPr>
      </p:sp>
      <p:sp>
        <p:nvSpPr>
          <p:cNvPr id="123" name="Text 100"/>
          <p:cNvSpPr/>
          <p:nvPr/>
        </p:nvSpPr>
        <p:spPr>
          <a:xfrm rot="-120000">
            <a:off x="6254355" y="7955221"/>
            <a:ext cx="3048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創作</a:t>
            </a:r>
            <a:endParaRPr lang="en-US" sz="900" dirty="0"/>
          </a:p>
        </p:txBody>
      </p:sp>
      <p:sp>
        <p:nvSpPr>
          <p:cNvPr id="124" name="Shape 101"/>
          <p:cNvSpPr/>
          <p:nvPr/>
        </p:nvSpPr>
        <p:spPr>
          <a:xfrm>
            <a:off x="3829050" y="8355211"/>
            <a:ext cx="266700" cy="266700"/>
          </a:xfrm>
          <a:prstGeom prst="roundRect">
            <a:avLst>
              <a:gd name="adj" fmla="val 14286"/>
            </a:avLst>
          </a:prstGeom>
          <a:ln w="9525">
            <a:solidFill>
              <a:srgbClr val="8A877C"/>
            </a:solidFill>
            <a:prstDash val="dash"/>
          </a:ln>
        </p:spPr>
      </p:sp>
      <p:sp>
        <p:nvSpPr>
          <p:cNvPr id="125" name="Text 102"/>
          <p:cNvSpPr/>
          <p:nvPr/>
        </p:nvSpPr>
        <p:spPr>
          <a:xfrm>
            <a:off x="4210050" y="8369498"/>
            <a:ext cx="148366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8A87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ここに書き足す…</a:t>
            </a:r>
            <a:endParaRPr lang="en-US" sz="1275" dirty="0"/>
          </a:p>
        </p:txBody>
      </p:sp>
      <p:sp>
        <p:nvSpPr>
          <p:cNvPr id="126" name="Text 103"/>
          <p:cNvSpPr/>
          <p:nvPr/>
        </p:nvSpPr>
        <p:spPr>
          <a:xfrm>
            <a:off x="2805494" y="9402961"/>
            <a:ext cx="749541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D74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“Small steps, every day.”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2026-04-26T11:27:26Z</dcterms:created>
  <dcterms:modified xsi:type="dcterms:W3CDTF">2026-04-26T11:27:26Z</dcterms:modified>
</cp:coreProperties>
</file>